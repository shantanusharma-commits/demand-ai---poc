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 brand and messaging guideline (test copy)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0"/>
            </a:pPr>
            <a:r>
              <a:t>Client supplies process control and safety systems to refineries, petrochemical plants and gas processors in Southeast Asia. Our customers are engineers and plant leaders who value specifics over slogans.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Words to avoid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0"/>
            </a:pPr>
            <a:r>
              <a:t>Never use: synergy, world-class, game-changing, revolutionary</a:t>
            </a:r>
          </a:p>
          <a:p>
            <a:pPr>
              <a:defRPr sz="1400" b="0"/>
            </a:pPr>
            <a:r>
              <a:t>Avoid: best-in-class, cutting-edge</a:t>
            </a:r>
          </a:p>
          <a:p>
            <a:pPr>
              <a:defRPr sz="1400" b="0"/>
            </a:pPr>
            <a:r>
              <a:t>Competitors: Rivalco, Acmetrol</a:t>
            </a:r>
          </a:p>
          <a:p>
            <a:pPr>
              <a:defRPr sz="1400" b="0"/>
            </a:pPr>
            <a:r>
              <a:t>Do not mention Northstar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0"/>
            </a:pPr>
            <a:r>
              <a:t>Tone: formal</a:t>
            </a:r>
          </a:p>
          <a:p>
            <a:pPr>
              <a:defRPr sz="1400" b="0"/>
            </a:pPr>
            <a:r>
              <a:t>Never open with: Just checking in, I hope this email finds you well</a:t>
            </a:r>
          </a:p>
          <a:p>
            <a:pPr>
              <a:defRPr sz="1400" b="0"/>
            </a:pPr>
            <a:r>
              <a:t>No exclamation marks.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Length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0"/>
            </a:pPr>
            <a:r>
              <a:t>Keep emails under 110 words.</a:t>
            </a:r>
          </a:p>
          <a:p>
            <a:pPr>
              <a:defRPr sz="1400" b="0"/>
            </a:pPr>
            <a:r>
              <a:t>Keep sentences under 22 words.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Sign-off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0"/>
            </a:pPr>
            <a:r>
              <a:t>Always sign off as: Client Process Automation Team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Writing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0"/>
            </a:pPr>
            <a:r>
              <a:t>Use British English spelling (modernise, programme, organisation).</a:t>
            </a:r>
          </a:p>
          <a:p>
            <a:pPr>
              <a:defRPr sz="1400" b="0"/>
            </a:pPr>
            <a:r>
              <a:t>Name the customer's site or unit when the signal gives it, never just the company.</a:t>
            </a:r>
          </a:p>
          <a:p>
            <a:pPr>
              <a:defRPr sz="1400" b="0"/>
            </a:pPr>
            <a:r>
              <a:t>Never promise a delivery date, a price or a saving.</a:t>
            </a:r>
          </a:p>
          <a:p>
            <a:pPr>
              <a:defRPr sz="1400" b="0"/>
            </a:pPr>
            <a:r>
              <a:t>Write for an engineer: name the system or the unit, not "your operations".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Messaging by situation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Inquiry</a:t>
            </a:r>
          </a:p>
          <a:p>
            <a:pPr>
              <a:defRPr sz="1400" b="0"/>
            </a:pPr>
            <a:r>
              <a:t>Angle: Answer the question they asked while it is still live, and offer a specialist.</a:t>
            </a:r>
          </a:p>
          <a:p>
            <a:pPr>
              <a:defRPr sz="1400" b="0"/>
            </a:pPr>
            <a:r>
              <a:t>Likely objection: "We are only gathering information for now."</a:t>
            </a:r>
          </a:p>
          <a:p>
            <a:pPr>
              <a:defRPr sz="1400" b="0"/>
            </a:pPr>
            <a:r>
              <a:t>Answer: A short call now saves a round of back-and-forth later, with no commitment.</a:t>
            </a:r>
          </a:p>
          <a:p>
            <a:pPr>
              <a:defRPr sz="1600" b="1"/>
            </a:pPr>
            <a:r>
              <a:t>Modernisation</a:t>
            </a:r>
          </a:p>
          <a:p>
            <a:pPr>
              <a:defRPr sz="1400" b="0"/>
            </a:pPr>
            <a:r>
              <a:t>Angle: Plan the move around one shutdown so the order of work is settled early.</a:t>
            </a:r>
          </a:p>
          <a:p>
            <a:pPr>
              <a:defRPr sz="1400" b="0"/>
            </a:pPr>
            <a:r>
              <a:t>Likely objection: "The current system still works."</a:t>
            </a:r>
          </a:p>
          <a:p>
            <a:pPr>
              <a:defRPr sz="1400" b="0"/>
            </a:pPr>
            <a:r>
              <a:t>Answer: It works today; spares and support end on a known date, so planning now keeps the choice yours.</a:t>
            </a:r>
          </a:p>
          <a:p>
            <a:pPr>
              <a:defRPr sz="1600" b="1"/>
            </a:pPr>
            <a:r>
              <a:t>Service renewal</a:t>
            </a:r>
          </a:p>
          <a:p>
            <a:pPr>
              <a:defRPr sz="1400" b="0"/>
            </a:pPr>
            <a:r>
              <a:t>Angle: Check the cover still matches how the site runs before renewing.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0"/>
            </a:pPr>
            <a:r>
              <a:t>Likely objection: "We just renew what we had."</a:t>
            </a:r>
          </a:p>
          <a:p>
            <a:pPr>
              <a:defRPr sz="1400" b="0"/>
            </a:pPr>
            <a:r>
              <a:t>Answer: A short review often finds cover the site no longer needs and gaps it now has.</a:t>
            </a:r>
          </a:p>
          <a:p>
            <a:pPr>
              <a:defRPr sz="1600" b="1"/>
            </a:pPr>
            <a:r>
              <a:t>Project</a:t>
            </a:r>
          </a:p>
          <a:p>
            <a:pPr>
              <a:defRPr sz="1400" b="0"/>
            </a:pPr>
            <a:r>
              <a:t>Angle: Fix the control scope at front-end design, before it is expensive to change.</a:t>
            </a:r>
          </a:p>
          <a:p>
            <a:pPr>
              <a:defRPr sz="1400" b="0"/>
            </a:pPr>
            <a:r>
              <a:t>Likely objection: "It is too early to talk about control systems."</a:t>
            </a:r>
          </a:p>
          <a:p>
            <a:pPr>
              <a:defRPr sz="1400" b="0"/>
            </a:pPr>
            <a:r>
              <a:t>Answer: Front-end design is when control decisions are cheapest to make.</a:t>
            </a:r>
          </a:p>
          <a:p>
            <a:pPr>
              <a:defRPr sz="1600" b="1"/>
            </a:pPr>
            <a:r>
              <a:t>Leadership</a:t>
            </a:r>
          </a:p>
          <a:p>
            <a:pPr>
              <a:defRPr sz="1400" b="0"/>
            </a:pPr>
            <a:r>
              <a:t>Angle: Offer something useful for a new leader's first months, then a light ask.</a:t>
            </a:r>
          </a:p>
          <a:p>
            <a:pPr>
              <a:defRPr sz="1400" b="0"/>
            </a:pPr>
            <a:r>
              <a:t>Likely objection: "I am still finding my feet."</a:t>
            </a:r>
          </a:p>
          <a:p>
            <a:pPr>
              <a:defRPr sz="1400" b="0"/>
            </a:pPr>
            <a:r>
              <a:t>Answer: That is why we keep it short: one page on what peers prioritised first.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Engagement</a:t>
            </a:r>
          </a:p>
          <a:p>
            <a:pPr>
              <a:defRPr sz="1400" b="0"/>
            </a:pPr>
            <a:r>
              <a:t>Angle: Build on the topic they engaged with and relate it to their site.</a:t>
            </a:r>
          </a:p>
          <a:p>
            <a:pPr>
              <a:defRPr sz="1400" b="0"/>
            </a:pPr>
            <a:r>
              <a:t>Likely objection: "I was just browsing."</a:t>
            </a:r>
          </a:p>
          <a:p>
            <a:pPr>
              <a:defRPr sz="1400" b="0"/>
            </a:pPr>
            <a:r>
              <a:t>Answer: Then one practical example from a comparable site may be useful, nothing more.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Messaging 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Book a first meeting: Trigger, insight, ask (Often)</a:t>
            </a:r>
          </a:p>
          <a:p>
            <a:pPr>
              <a:defRPr sz="1400" b="0"/>
            </a:pPr>
            <a:r>
              <a:t>1. Their trigger: the signal that makes it timely</a:t>
            </a:r>
          </a:p>
          <a:p>
            <a:pPr>
              <a:defRPr sz="1400" b="0"/>
            </a:pPr>
            <a:r>
              <a:t>2. One insight or one approved claim</a:t>
            </a:r>
          </a:p>
          <a:p>
            <a:pPr>
              <a:defRPr sz="1400" b="0"/>
            </a:pPr>
            <a:r>
              <a:t>3. One clear ask</a:t>
            </a:r>
          </a:p>
          <a:p>
            <a:pPr>
              <a:defRPr sz="1400" b="0"/>
            </a:pPr>
            <a:r>
              <a:t>Ask the reader to: Book a meeting; reply</a:t>
            </a:r>
          </a:p>
          <a:p>
            <a:pPr>
              <a:defRPr sz="1600" b="1"/>
            </a:pPr>
            <a:r>
              <a:t>Answer an inquiry: Question, answer, next step (Often)</a:t>
            </a:r>
          </a:p>
          <a:p>
            <a:pPr>
              <a:defRPr sz="1400" b="0"/>
            </a:pPr>
            <a:r>
              <a:t>1. Restate what they asked</a:t>
            </a:r>
          </a:p>
          <a:p>
            <a:pPr>
              <a:defRPr sz="1400" b="0"/>
            </a:pPr>
            <a:r>
              <a:t>2. Answer it in two sentences</a:t>
            </a:r>
          </a:p>
          <a:p>
            <a:pPr>
              <a:defRPr sz="1400" b="0"/>
            </a:pPr>
            <a:r>
              <a:t>3. Offer a short call with a specialist</a:t>
            </a:r>
          </a:p>
          <a:p>
            <a:pPr>
              <a:defRPr sz="1400" b="0"/>
            </a:pPr>
            <a:r>
              <a:t>Ask the reader to: Request a call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Start a migration conversation: Problem, cost of waiting, approach (Sometimes)</a:t>
            </a:r>
          </a:p>
          <a:p>
            <a:pPr>
              <a:defRPr sz="1400" b="0"/>
            </a:pPr>
            <a:r>
              <a:t>1. The problem they face</a:t>
            </a:r>
          </a:p>
          <a:p>
            <a:pPr>
              <a:defRPr sz="1400" b="0"/>
            </a:pPr>
            <a:r>
              <a:t>2. What waiting costs them</a:t>
            </a:r>
          </a:p>
          <a:p>
            <a:pPr>
              <a:defRPr sz="1400" b="0"/>
            </a:pPr>
            <a:r>
              <a:t>3. The approach that solves it</a:t>
            </a:r>
          </a:p>
          <a:p>
            <a:pPr>
              <a:defRPr sz="1400" b="0"/>
            </a:pPr>
            <a:r>
              <a:t>Ask the reader to: Book a meeting; read a guide</a:t>
            </a:r>
          </a:p>
          <a:p>
            <a:pPr>
              <a:defRPr sz="1600" b="1"/>
            </a:pPr>
            <a:r>
              <a:t>Introduce ourselves to a new leader: Give, then ask (Sometimes)</a:t>
            </a:r>
          </a:p>
          <a:p>
            <a:pPr>
              <a:defRPr sz="1400" b="0"/>
            </a:pPr>
            <a:r>
              <a:t>1. Something useful for their first months</a:t>
            </a:r>
          </a:p>
          <a:p>
            <a:pPr>
              <a:defRPr sz="1400" b="0"/>
            </a:pPr>
            <a:r>
              <a:t>2. A light ask</a:t>
            </a:r>
          </a:p>
          <a:p>
            <a:pPr>
              <a:defRPr sz="1400" b="0"/>
            </a:pPr>
            <a:r>
              <a:t>Ask the reader to: Read content; book a meeting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 rules (should not be picked up)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0"/>
            </a:pPr>
            <a:r>
              <a:t>Our customers are refiners and petrochemical producers across Southeast Asia.</a:t>
            </a:r>
          </a:p>
          <a:p>
            <a:pPr>
              <a:defRPr sz="1400" b="0"/>
            </a:pPr>
            <a:r>
              <a:t>Use the approved claims library for any number you quote.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